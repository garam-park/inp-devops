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2026년 AI기반 위성정보 활용 서비스 확산사업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맑은 고딕"/>
              </a:rPr>
              <a:t>데이터 파이프라인 구성도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91840" y="3657600"/>
          <a:ext cx="5577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8404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문서번호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JSA-AI-DS-004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위성영상 수급 및 활용 서비스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버전 / 작성일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V0.1 /  20  .  .  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작성자 / 승인자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제·개정 이력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5486400"/>
                <a:gridCol w="1371600"/>
                <a:gridCol w="128016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날짜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변경 내용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작성자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승인자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데이터 파이프라인 구성도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94560"/>
            <a:ext cx="1920240" cy="1280160"/>
          </a:xfrm>
          <a:prstGeom prst="round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수집</a:t>
            </a:r>
          </a:p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(위성영상·관측자료)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14600" y="2651760"/>
            <a:ext cx="320040" cy="36576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640" y="2194560"/>
            <a:ext cx="1920240" cy="1280160"/>
          </a:xfrm>
          <a:prstGeom prst="round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정제·QA/QC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00600" y="2651760"/>
            <a:ext cx="320040" cy="36576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194560"/>
            <a:ext cx="1920240" cy="1280160"/>
          </a:xfrm>
          <a:prstGeom prst="round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저장</a:t>
            </a:r>
          </a:p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(원본·가공)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86600" y="2651760"/>
            <a:ext cx="320040" cy="36576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2194560"/>
            <a:ext cx="1920240" cy="1280160"/>
          </a:xfrm>
          <a:prstGeom prst="round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학습 데이터셋</a:t>
            </a:r>
          </a:p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구성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372600" y="2651760"/>
            <a:ext cx="320040" cy="36576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0" y="2194560"/>
            <a:ext cx="1920240" cy="1280160"/>
          </a:xfrm>
          <a:prstGeom prst="roundRect">
            <a:avLst/>
          </a:prstGeom>
          <a:solidFill>
            <a:srgbClr val="DEEAF6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모델 입력</a:t>
            </a:r>
          </a:p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(학습·추론)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F7F7F"/>
                </a:solidFill>
                <a:latin typeface="맑은 고딕"/>
              </a:rPr>
              <a:t>※ 단계 이름·개수는 실제 구성에 맞게 수정하세요. 외부 연계(수집원)와 저장소(DB·스토리지)는 별도 도형으로 구분합니다.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맑은 고딕"/>
              </a:rPr>
              <a:t>단계별 구성요소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743200"/>
                <a:gridCol w="2011680"/>
                <a:gridCol w="1371600"/>
                <a:gridCol w="128016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주기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정제·QA/QC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원본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구름·결측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정제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7F7F7F"/>
                          </a:solidFill>
                          <a:latin typeface="맑은 고딕"/>
                        </a:rPr>
                        <a:t>예) 일 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
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맑은 고딕"/>
              </a:rPr>
              <a:t>2026년 AI기반 위성정보 활용 서비스 확산사업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맑은 고딕"/>
              </a:rPr>
              <a:t>스프린트 리뷰 데모 자료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91840" y="3657600"/>
          <a:ext cx="5577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84048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문서번호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JSA-PF-IM-004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시스템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지반침하 스마트 관리 시스템(통합플랫폼)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기능 구현 현황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버전 / 작성일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V0.1 /  20  .  .  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작성자 / 승인자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제·개정 이력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5486400"/>
                <a:gridCol w="1371600"/>
                <a:gridCol w="128016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날짜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변경 내용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작성자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승인자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최초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스프린트 목표와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스프린트 기간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2026-10-05 ~ 2026-10-16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스프린트 목표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계획 /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12건 / 10건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완료율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데모 시나리오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194560"/>
                <a:gridCol w="4754880"/>
                <a:gridCol w="1554480"/>
                <a:gridCol w="182880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순서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기능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데모 내용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발표자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관련 이슈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지도 레이어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지반침하 위험도 레이어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#123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완료 / 미완료 항목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3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0"/>
                <a:gridCol w="1371600"/>
                <a:gridCol w="3749039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이슈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제목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미완료 사유·이월 계획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#123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피드백과 다음 스프린트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943600"/>
                <a:gridCol w="3291840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조치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피드백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